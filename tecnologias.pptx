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AE0FB-E9EE-304A-6F2C-59C682720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B8448E-B5C5-F636-C3F3-AA5AE0FF7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C5BE81-DF33-357F-ABBE-A8AF5BFD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64FAF3-CCE5-1657-7D66-50C80399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D11E18-EE8A-4D7F-E17F-3E5F90D4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03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F5E32-E545-5689-1C6F-89E7DE70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9CDCDA-5CA6-692D-9EBF-1C0C3828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53B2B9-DD08-808A-08E1-41CC2E625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DAC5AF-39E0-5AE6-CC28-63CB685C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EFCA76-C675-3E0C-3B3D-8AEDC3D2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54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EE1A6-3BE0-1AAB-991C-D3F38960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713815-83C1-BADC-C82E-956E8720B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4619DB-6F3B-1DAF-C6B8-C781BCC6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AD741F-3197-A5A3-A7EF-24FEE61D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FDE2A7-3564-3BF0-8FF0-CA3CF22B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341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642AE-867C-8D66-EC06-EB7380DE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6DD564-6181-8578-3824-E09479CBC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7857AA-ED29-0234-EBB2-B54FA3669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E4DB0C-135D-C66B-5727-E6CDE416D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4C6301-6220-C5D5-98BF-2B150889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BB1898-7277-401E-D552-706270B3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34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9D9A8-B3E0-A663-2F10-8F7F5E5D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2CEC0E-7D90-F607-02B0-3118F502E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E5FA64-A93E-B775-EE84-F46DF1B3F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DDC61A-1856-7C0D-5BE8-6283B2822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95126E-DD52-FAAD-0DFC-9D180637F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22473D7-6154-02ED-3B2A-4E9D1ABE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234C7D-2F5F-ABCB-4244-AABC37B6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FFAA296-BD4C-A306-8A6F-7755EFB6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35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2CB0D-B080-B01E-ADE3-E52F8870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7BF549-1A12-B991-0AC1-86C5C285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D1713F-1B33-8825-829E-69A6D6A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1FEE09-703F-800D-D0C6-C51C3365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60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03A8B8E-64C0-8A1D-95FB-E940C046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0BA819-39B2-97ED-CEB1-6E705D4F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A784BF-1C7B-1FB2-1559-5F3A74DF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98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58DAD-B5B9-79F3-1F7A-7FCCA119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D566FC-03EB-6503-41C1-496E9536E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51B5B4-9033-BCDF-C4D2-4DAA8D979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C11230-E0D9-661E-98B4-A2C0709A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B8AEDF-E933-CBD8-E7B1-EEACA300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8F2C6A-D06A-FD56-93BE-A6264F04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74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A3176-F6B9-F7DC-9489-26EC4703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9900C39-AAFC-FC1C-84ED-FAB0DD038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70A330-0A58-0A50-8B9C-FA7BEAC7B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96BF3A-60C0-27EF-E535-AA5FC9DD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781BEA-AE0B-F457-E9E1-5227B476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9220AD-2DDE-015A-A15C-E76FFB52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4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97F46-F886-E4FD-9A70-EE589194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BE40E8-FF85-43A3-C261-876C7A836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C2ACC6-889E-DAEC-B3B7-420CDDE0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C41B08-AE40-84CB-7EE0-19CFC350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D1F2D1-4888-C47C-1F51-D101337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31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55D005-4FE2-71A7-6F3F-933958C11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E4ADAF-128C-ADED-C587-04DD7CC3D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BDD950-21EE-E901-9864-D6B2AD5D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31746B-C939-B94B-1BBA-41240180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835680-00D3-ED91-03F1-F91751A7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09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7B59A9D-C8FF-05FC-5289-2242377F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DB759A-525B-E471-CDA5-ACDDC65F4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857B1D-1937-48C0-F28E-B594B1A74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6E52A-C41C-459A-9F30-AD8FB0E38810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0AFEED-04A3-59A8-E473-CE44B9B3D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73B211-1801-9B48-2F41-3769AFBF8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AE23C-1AAF-4FFD-9E9F-AD89FBEBE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0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54CCDCC-3B75-C286-4A02-4E1735910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24" y="3872033"/>
            <a:ext cx="2149026" cy="7468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8CE0CBA-1329-8BDD-C3F6-C8B343A13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889" y="3727056"/>
            <a:ext cx="2209992" cy="13107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E02557F-C5BF-E147-BB91-1198FA05C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031" y="1273242"/>
            <a:ext cx="1524132" cy="119644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77DB9F8-944A-ABD7-E14A-B4459CF551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78" y="1567248"/>
            <a:ext cx="2149026" cy="89161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5FEB47-FD29-2281-9CCF-B6409C37A927}"/>
              </a:ext>
            </a:extLst>
          </p:cNvPr>
          <p:cNvSpPr txBox="1"/>
          <p:nvPr/>
        </p:nvSpPr>
        <p:spPr>
          <a:xfrm flipH="1">
            <a:off x="987978" y="3429000"/>
            <a:ext cx="347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Modelagem tabela RFV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2ED729E-8ED4-8872-ABC3-EB9BE7153793}"/>
              </a:ext>
            </a:extLst>
          </p:cNvPr>
          <p:cNvSpPr txBox="1"/>
          <p:nvPr/>
        </p:nvSpPr>
        <p:spPr>
          <a:xfrm flipH="1">
            <a:off x="742885" y="847215"/>
            <a:ext cx="4763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Manipulação e tratamento arquivo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Ingestão tabela no Postgres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EB042A0-9354-E2CF-792F-FD29F4D18AA4}"/>
              </a:ext>
            </a:extLst>
          </p:cNvPr>
          <p:cNvSpPr txBox="1"/>
          <p:nvPr/>
        </p:nvSpPr>
        <p:spPr>
          <a:xfrm flipH="1">
            <a:off x="6729861" y="3244334"/>
            <a:ext cx="372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Versionamento e documentação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7782A4F-0551-91DB-EBBD-E06F933CFDF8}"/>
              </a:ext>
            </a:extLst>
          </p:cNvPr>
          <p:cNvSpPr txBox="1"/>
          <p:nvPr/>
        </p:nvSpPr>
        <p:spPr>
          <a:xfrm flipH="1">
            <a:off x="7017614" y="847215"/>
            <a:ext cx="372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Visualização da RFV</a:t>
            </a:r>
          </a:p>
        </p:txBody>
      </p:sp>
    </p:spTree>
    <p:extLst>
      <p:ext uri="{BB962C8B-B14F-4D97-AF65-F5344CB8AC3E}">
        <p14:creationId xmlns:p14="http://schemas.microsoft.com/office/powerpoint/2010/main" val="3353639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Dias Guimaraes</dc:creator>
  <cp:lastModifiedBy>Fernanda Dias Guimaraes</cp:lastModifiedBy>
  <cp:revision>1</cp:revision>
  <dcterms:created xsi:type="dcterms:W3CDTF">2025-08-18T23:06:23Z</dcterms:created>
  <dcterms:modified xsi:type="dcterms:W3CDTF">2025-08-18T23:06:52Z</dcterms:modified>
</cp:coreProperties>
</file>